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Inter" panose="020B0604020202020204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626178-2D9F-96FA-B8CD-0941BF33691F}" v="96" dt="2025-11-30T18:57:03.838"/>
    <p1510:client id="{9138C717-2DF6-9C16-A57F-5EC36C13AEBE}" v="3" dt="2025-11-30T19:09:51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7117C-1B4E-44AF-83A7-15FA5BDF0E56}" type="datetimeFigureOut">
              <a:t>30/11/2025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3FC7-A5E2-46D3-9958-05DAF1B45A0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99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E5C5A-8EAC-4041-D028-863D2A1D2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FB352C-22BD-A92A-30C5-80BF6AFBC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5D33F0-F34F-C20A-FAF2-EEE11284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A19E5A-06F2-B532-559C-82B494E5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ECAEE4-71A3-790C-FDD5-FAD66019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915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BC50F-7DBC-0ED5-77CE-8AF1E935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D74C1F-7623-2266-7EC7-560E878C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3B242E-0832-9684-2B26-54559EB9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B9517-8C37-9228-D19A-21648394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751D8-FE61-1FDF-7CD7-0E4668AB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819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BFBD4-81B2-FDEB-116A-248FF8E3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C920BE-3364-9218-85A0-90C3AD2F7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4AAC0-A6B6-9047-6BB6-49EBF6E7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E18DAF-211B-F7BE-A871-99031508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19070C-2B98-AA76-D428-CC2F2E1D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194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1F25A-FA51-FF8F-548A-58A72EA4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22EE90-C191-A4AC-07E7-571E3F512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F6471-3930-643E-7239-A13E635E1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56B0CE-4262-0E7D-0CAE-64C7F6BF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ADEBC5-BFF8-B9DF-0F17-2D45A5F0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37FE0D-190B-05B6-A397-1B2FFBDF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298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866DC-06DC-8E66-E99B-6FE59EA0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B293C1-CDE1-2345-3309-66B48670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36128D-8D6A-4325-E883-0C9A1A890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A0BBF0-0549-D3E3-201B-D33037C99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D0EDA5-7B7F-B4AC-E869-B6D87AC3C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8CACE3-B0F4-9BC5-DAA1-97B24280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9476302-8FAF-7B28-EC45-128852CE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CBC0C6-EFBD-D968-F226-5E9D5985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8131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D7DBA-3B34-561D-F751-F0BAE9B0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F367CA-BE85-A4F6-D0D7-85FB707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DD235A-EEC3-BBA8-65D3-3F3C2781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9C1AC4-62E1-10D5-57DA-9C86532A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791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EB1908-B4C1-D80A-D5CF-0515A0FA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F46B2C-0024-3B8A-5FD0-2BCBEDDC6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F1132F-96D7-52D9-9381-0BA183CE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89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B5CE1-9ED6-EA53-AB84-058B2BA2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18AD4-27DF-B5A7-4D15-E3803C502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AF68FB-227C-7C99-E80A-F6D50600B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B2510C-1F40-C1E7-6331-EEDA1C68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0CB011-C4B6-89F7-3DCC-AC4261CB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94352D-08DE-E9EE-3BF5-37066792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436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FADF7-8893-4F21-6F8F-3991BB84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10C9060-51C3-09D6-1CA6-81303F51A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67D50C-F90B-8E7C-84A5-C906CF569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9762D7-AE6F-BA71-7D08-2AA8AD31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FDC34-54C3-9A84-4699-14138FBD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2FFB6-312B-370A-B722-36EC7658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234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A6385-D44D-B045-EE12-F26A92C2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33D2C3-884B-CE3F-4C7D-1E2752E61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6F23EC-C2E0-4791-DE91-D15FD78F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BF71D-2E81-4021-E5E3-74E66CAA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B04E2C-8B2E-2EB3-2CE3-6F808212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205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B9DD94-2B44-6830-B7E2-0A199E2A9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523635-E6C5-D80F-6F87-F001B127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8E04BE-5F33-C9AA-E3EC-2B5A818A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E3BA3D-3F50-85C8-DEE1-B77354C3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AEF8D8-1D5D-A296-A467-686C62A9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0125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927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215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571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139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848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487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047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21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84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81851A-0868-5614-6638-6191F9D8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13EB54-2B62-6C53-FFC3-A69B61B78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40FF03-FAD4-0DD9-C101-D116177BF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D6E8A0-FAD7-C471-6951-010C928CC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AF7C65-0AE8-43D7-077D-4105793A8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7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Simulação AnyLogic: Transportadores em Espaço Livre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</a:rPr>
              <a:t>Alunos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</a:rPr>
              <a:t>: Guilherme Scher, Guilherme Weber e José Otávio Baggio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580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Modelo: AnyLogic "Transporters Moving in Free Space"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2199918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514624" y="24343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1790" y="2621399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624" y="3341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14624" y="383202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Manufatura e Logística / Manuseio de Materiais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4656177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6514624" y="489061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1790" y="5077658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14624" y="579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 de Simulação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514624" y="628828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Discretos, Agentes (AGVs), Simulação Espacial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6280190" y="71407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gestão e movimentação de materiais com AGVs autônomos.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7031"/>
            <a:ext cx="51011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 do Sistema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18241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de fábrica ou armazém com múltiplas áreas: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85217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Workshops (1, 2, 3): Áreas de processamento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27415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Storage: Armazenamento de peças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69613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Finished Product Storage: Armazenamento de produtos acabados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99491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AGVs navegam de forma autônoma, calculando rotas em tempo real.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29369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 Gerenciar o transporte eficiente de itens entre essas áreas usando AGVs.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249" y="2169319"/>
            <a:ext cx="5564862" cy="4797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6857"/>
            <a:ext cx="8052435" cy="514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das Entidades: O Caminho do Item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52" y="1492329"/>
            <a:ext cx="1028343" cy="1234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3816" y="1697950"/>
            <a:ext cx="272724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Criação/Recebimento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953816" y="2142530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entram no sistema (Workshop 1 ou Parts Storage).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52" y="2726412"/>
            <a:ext cx="1028343" cy="1234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3816" y="2932033"/>
            <a:ext cx="3707368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 Intermediário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953816" y="3376613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passam por Workshops (ex: Workshop 1).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52" y="3960495"/>
            <a:ext cx="1028343" cy="1234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3816" y="4166116"/>
            <a:ext cx="2855952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Movimentação 1 (AGV)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953816" y="4610695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AGV busca item na origem e leva para destino intermediário.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52" y="5194578"/>
            <a:ext cx="1028343" cy="1234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3816" y="5400199"/>
            <a:ext cx="3979188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 e Transferência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953816" y="5844778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processados em transportadores (Workshop 2/3).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52" y="6428661"/>
            <a:ext cx="1028343" cy="1234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53816" y="6634282"/>
            <a:ext cx="3571994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Movimentação 2 (AGV Final)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953816" y="7078861"/>
            <a:ext cx="1195673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AGV leva item ao Finished Product Storage.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0573"/>
            <a:ext cx="69923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Recursos Essenciais do Modelo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3771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88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Áreas de Trabalho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7859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Workshops 1, 2, 3 para processamento e manipulação.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63771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488174"/>
            <a:ext cx="35936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Áreas de Armazenamento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97859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Storage e Finished Product Storage.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79512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45587"/>
            <a:ext cx="45294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Equipamentos de Movimentação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13600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Transportadores (Conveyors) e Frota de AGVs.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79512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45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13600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2D/3D definindo espaço livre para AGVs.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4035"/>
            <a:ext cx="66841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Comportamentos Observados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8652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Movimentação em Espaço Livre: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AGVs otimizam rotas em tempo real, adaptando-se a bloqueios.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7034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de Frota: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Alocação dinâmica de AGVs para tarefas de transporte.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652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Ociosidade vs. Entrega: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Análise do tempo de AGV Idle versus Item Delivery para otimização.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660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Estatísticas de Desempenho e Gargalos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3200876"/>
            <a:ext cx="3664744" cy="3642122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93790" y="3170396"/>
            <a:ext cx="36647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285940" y="286071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490014" y="295465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b="1" dirty="0">
                <a:solidFill>
                  <a:srgbClr val="FFFFFF"/>
                </a:solidFill>
                <a:latin typeface="Inter Bold"/>
                <a:ea typeface="Inter Bold"/>
                <a:cs typeface="Inter Bold" pitchFamily="34" charset="-120"/>
              </a:rPr>
              <a:t> </a:t>
            </a:r>
            <a:r>
              <a:rPr lang="en-US" sz="2100" b="1" dirty="0">
                <a:solidFill>
                  <a:srgbClr val="FFFFFF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>
              <a:latin typeface="Inter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51084" y="3767852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 de Espera do Item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612600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 de 25-27 segundos para AGV. </a:t>
            </a:r>
            <a:r>
              <a:rPr lang="en-US" sz="1750" b="1" dirty="0">
                <a:solidFill>
                  <a:srgbClr val="703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 gargalo.</a:t>
            </a:r>
            <a:endParaRPr lang="en-US" sz="1750" b="1" dirty="0">
              <a:solidFill>
                <a:srgbClr val="7030A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5348" y="3200876"/>
            <a:ext cx="3664863" cy="3642122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85348" y="3170396"/>
            <a:ext cx="36648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177498" y="286071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368871" y="295465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b="1" dirty="0">
                <a:solidFill>
                  <a:srgbClr val="FFFFFF"/>
                </a:solidFill>
                <a:latin typeface="Inter Bold"/>
                <a:ea typeface="Inter Bold"/>
                <a:cs typeface="Inter Bold" pitchFamily="34" charset="-120"/>
              </a:rPr>
              <a:t> 2</a:t>
            </a:r>
            <a:endParaRPr lang="en-US" sz="2100" dirty="0">
              <a:latin typeface="Inter Bold"/>
              <a:ea typeface="Inter Bold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42642" y="3767852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 vs. Estado do AGV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42642" y="4612600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Ocioso (Idle): ~56%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942642" y="5054798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Indo buscar (Going to item): ~14%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942642" y="5859899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(Item delivery): ~19%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3886"/>
            <a:ext cx="62656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Visualização do Modelo:  </a:t>
            </a:r>
            <a:r>
              <a:rPr lang="en-US" sz="3550" b="1" dirty="0">
                <a:solidFill>
                  <a:srgbClr val="000000"/>
                </a:solidFill>
                <a:latin typeface="Inter"/>
                <a:ea typeface="Inter Bold" pitchFamily="34" charset="-122"/>
                <a:cs typeface="Inter Bold" pitchFamily="34" charset="-120"/>
              </a:rPr>
              <a:t>3D</a:t>
            </a:r>
            <a:endParaRPr lang="en-US" sz="3550" i="1" dirty="0">
              <a:latin typeface="Inter Bold"/>
              <a:ea typeface="In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000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79" y="1875136"/>
            <a:ext cx="8230487" cy="5256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3871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4064"/>
            <a:ext cx="86760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Conclusão: Impacto e Próximos Passos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3146" y="2332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 de Frota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23146" y="2822734"/>
            <a:ext cx="12135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AGVs ou aumentar demanda para melhor utilização.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71208" y="40597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do Layout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71208" y="4550132"/>
            <a:ext cx="117954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Avaliar layout para facilitar navegação e reduzir tempos de transporte.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93988" y="5469612"/>
            <a:ext cx="35378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Identificação de Gargalos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988" y="6023531"/>
            <a:ext cx="114551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Minimizar tempo de espera do AGV, otimizando roteamento.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782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Balancear capacidade de transporte com demanda para otimizar desempenho do chão de fábrica autônomo.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427</Words>
  <Application>Microsoft Office PowerPoint</Application>
  <PresentationFormat>Personalizar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Aptos Display</vt:lpstr>
      <vt:lpstr>Calibri</vt:lpstr>
      <vt:lpstr>Inter</vt:lpstr>
      <vt:lpstr>Aptos</vt:lpstr>
      <vt:lpstr>Arial</vt:lpstr>
      <vt:lpstr>Inter 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Otávio Baggio</dc:creator>
  <cp:lastModifiedBy>José Otávio Ribeiro Baggio</cp:lastModifiedBy>
  <cp:revision>42</cp:revision>
  <dcterms:created xsi:type="dcterms:W3CDTF">2025-11-30T18:45:11Z</dcterms:created>
  <dcterms:modified xsi:type="dcterms:W3CDTF">2025-11-30T19:27:46Z</dcterms:modified>
</cp:coreProperties>
</file>